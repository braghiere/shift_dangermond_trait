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CCB3"/>
    <a:srgbClr val="6394B3"/>
    <a:srgbClr val="CB896D"/>
    <a:srgbClr val="CCF7FF"/>
    <a:srgbClr val="C3EB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03"/>
    <p:restoredTop sz="96250"/>
  </p:normalViewPr>
  <p:slideViewPr>
    <p:cSldViewPr snapToGrid="0">
      <p:cViewPr varScale="1">
        <p:scale>
          <a:sx n="127" d="100"/>
          <a:sy n="127" d="100"/>
        </p:scale>
        <p:origin x="4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EE4F7-6202-0C45-A379-881AEDBA4C1B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F64A7C-28C6-4740-A26C-525D301E2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9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F64A7C-28C6-4740-A26C-525D301E27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395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9B6F2-3337-D397-4145-1A45363A99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BE544C-F3C2-DA7B-F41D-CB86C2A6EE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C1C4E-8AD8-B108-1C44-300C9D2D6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3DAC-E72F-AC4E-B642-13B0F17BB089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66EBA-D9A0-B0AC-0CDE-820F51FA3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8E5E0-3B40-3DCD-70D0-DC8F5E72B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BB71-F94F-9245-B86C-29572C60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217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97AAE-4093-03F8-82FB-157EA592D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91F65-FC4C-8E20-1C51-09E196EDF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B1649-44C8-1C96-55DA-FC0DA87E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3DAC-E72F-AC4E-B642-13B0F17BB089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20525-0334-A2C3-3071-20BAEBEF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331C1-6416-FD94-2036-B8A7E5D3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BB71-F94F-9245-B86C-29572C60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47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80ED6-EF31-341F-301B-F73454D7F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D6222-B51F-6CBC-3514-D09F0B5B3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C0004-6AA9-5E98-B152-40DF21528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3DAC-E72F-AC4E-B642-13B0F17BB089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4B2CC-DF7E-459B-83CC-14D6DB7D5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05A64-7289-015B-603C-4D854AE8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BB71-F94F-9245-B86C-29572C60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58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E5433-4F16-51B5-7EE4-555A94117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49F5-62AA-AE55-A4BA-623A3EF9E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890DE-6E30-886F-6706-CE20363B27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AD67D-8109-1860-9EBB-71AFEB387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3DAC-E72F-AC4E-B642-13B0F17BB089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CC05D-8E30-7507-A0CA-21020D470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7C040-A14A-025D-A3F3-C35EE8BB4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BB71-F94F-9245-B86C-29572C60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388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2DB3-C0B2-0FC8-029F-27CC6E580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77040-1794-E201-035D-01D0133BC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655BF-539E-6C58-7A67-5472EEE47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E49BAF-11BD-C8F2-66E6-832FB1DA6C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3BF00-015B-DDD0-5EE8-B73BF66E0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A43FC7-F9AF-750C-5E27-87DF8A34B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3DAC-E72F-AC4E-B642-13B0F17BB089}" type="datetimeFigureOut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BFA7-AC85-E517-2288-D8CA4EB4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C96355-0499-BFE0-8C35-B2164DCB7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BB71-F94F-9245-B86C-29572C60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9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302DA-BECF-3DD5-9F96-2E0703E6A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AD4997-3589-013E-60B2-6BF421405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3DAC-E72F-AC4E-B642-13B0F17BB089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D6AF1-C316-B63C-67EA-3E0230DE5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0438FD-B893-07B2-D746-CA8E65DC1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BB71-F94F-9245-B86C-29572C60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8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D44821-C479-A741-BF51-F8FD6DD4D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3DAC-E72F-AC4E-B642-13B0F17BB089}" type="datetimeFigureOut">
              <a:rPr lang="en-US" smtClean="0"/>
              <a:t>7/17/26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78EC9F-A8FD-A0B2-16D3-D305CE5D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012D8-61F1-E96D-A2C9-BE0B4FD30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BB71-F94F-9245-B86C-29572C60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84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879B4-CFDB-D37A-BB32-2D764174C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02C62-3D54-21CE-202B-F1ECA2E47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462CBF-3C4C-F865-5DA3-A22233657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053A8-ECC3-63E0-AB27-5D49979B0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3DAC-E72F-AC4E-B642-13B0F17BB089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79AB0-DFDA-034B-CA56-8434F7846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65B60-F1F3-1427-3A44-BFC081720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BB71-F94F-9245-B86C-29572C60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981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C075-6055-CA0B-F30E-0D1218F30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8D5D48-C0C3-8803-878F-9ABBA44931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2195D-1DB9-4A28-3FC5-DC838D59D8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717E3-0D1C-B692-9D1C-445BC7A0A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3DAC-E72F-AC4E-B642-13B0F17BB089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B999B-1D1F-405A-A866-EB57312DA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29D52-7313-442B-B79C-500E0F57A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BB71-F94F-9245-B86C-29572C60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25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BCAFC-22E3-639A-96BD-5555C0A5A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56CBE9-2F99-9B2C-710F-BABC13371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7E841-1CD9-8C02-A35B-75301E49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3DAC-E72F-AC4E-B642-13B0F17BB089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AF445-263C-A9EF-7F37-8424AC192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57D8E-A6B0-6966-4A55-462913A72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BB71-F94F-9245-B86C-29572C60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34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D6A473-3DE9-F584-9CD0-50C38C06FD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198B8-1596-17D2-6C03-09BF771BD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3A250-B2F6-B67E-FB0F-51510C5E7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3DAC-E72F-AC4E-B642-13B0F17BB089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66659-ED3A-EE71-3F44-F52A24EC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5EA46-6D12-F303-56D5-3E1307AC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DBB71-F94F-9245-B86C-29572C60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764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C27012-0383-EB2B-5619-A8698214C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CBBC7-80B4-4872-132B-04CCC2E83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B82CE-7CD9-697E-6A8B-78CC334AE7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03DAC-E72F-AC4E-B642-13B0F17BB089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02264-63A1-DAEF-FEE6-12C6C5095D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73146-F83F-CDF3-36A3-E975876455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DBB71-F94F-9245-B86C-29572C605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15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CF0472-5E5F-B42A-7E48-0FDEEDB7D7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75" b="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357350D-280F-A0BA-1BD1-F717AEEE5A01}"/>
              </a:ext>
            </a:extLst>
          </p:cNvPr>
          <p:cNvSpPr/>
          <p:nvPr/>
        </p:nvSpPr>
        <p:spPr>
          <a:xfrm>
            <a:off x="7624394" y="6465646"/>
            <a:ext cx="1445623" cy="214766"/>
          </a:xfrm>
          <a:prstGeom prst="rect">
            <a:avLst/>
          </a:prstGeom>
          <a:solidFill>
            <a:srgbClr val="B9CCB3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7A738B-2E45-786A-A958-38878BB261D4}"/>
              </a:ext>
            </a:extLst>
          </p:cNvPr>
          <p:cNvSpPr/>
          <p:nvPr/>
        </p:nvSpPr>
        <p:spPr>
          <a:xfrm>
            <a:off x="9070017" y="6465646"/>
            <a:ext cx="1445623" cy="214766"/>
          </a:xfrm>
          <a:prstGeom prst="rect">
            <a:avLst/>
          </a:prstGeom>
          <a:solidFill>
            <a:srgbClr val="6394B3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A0A751-7F9C-CAD2-A812-A1B421D7F74E}"/>
              </a:ext>
            </a:extLst>
          </p:cNvPr>
          <p:cNvSpPr/>
          <p:nvPr/>
        </p:nvSpPr>
        <p:spPr>
          <a:xfrm>
            <a:off x="10515640" y="6465646"/>
            <a:ext cx="1445623" cy="214766"/>
          </a:xfrm>
          <a:prstGeom prst="rect">
            <a:avLst/>
          </a:prstGeom>
          <a:solidFill>
            <a:srgbClr val="CB896D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9C0927-A150-E473-0CC6-DB4F3BB870FE}"/>
              </a:ext>
            </a:extLst>
          </p:cNvPr>
          <p:cNvSpPr txBox="1"/>
          <p:nvPr/>
        </p:nvSpPr>
        <p:spPr>
          <a:xfrm>
            <a:off x="7624394" y="5880871"/>
            <a:ext cx="1445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Medium" panose="02000503020000020003" pitchFamily="2" charset="0"/>
              </a:rPr>
              <a:t>Coastal</a:t>
            </a:r>
            <a:b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Medium" panose="02000503020000020003" pitchFamily="2" charset="0"/>
              </a:rPr>
            </a:b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Medium" panose="02000503020000020003" pitchFamily="2" charset="0"/>
              </a:rPr>
              <a:t>Scrub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E1FAAA-E8FF-79F1-2806-48966ED9A5B9}"/>
              </a:ext>
            </a:extLst>
          </p:cNvPr>
          <p:cNvSpPr txBox="1"/>
          <p:nvPr/>
        </p:nvSpPr>
        <p:spPr>
          <a:xfrm>
            <a:off x="9070017" y="5880871"/>
            <a:ext cx="1445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Medium" panose="02000503020000020003" pitchFamily="2" charset="0"/>
              </a:rPr>
              <a:t>Annual Grassland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ABB521-ABA3-CB86-50A1-F95B08AE046B}"/>
              </a:ext>
            </a:extLst>
          </p:cNvPr>
          <p:cNvSpPr txBox="1"/>
          <p:nvPr/>
        </p:nvSpPr>
        <p:spPr>
          <a:xfrm>
            <a:off x="10515640" y="5880871"/>
            <a:ext cx="1445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Medium" panose="02000503020000020003" pitchFamily="2" charset="0"/>
              </a:rPr>
              <a:t>Coastal Oak Woodland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8177CF-33A7-89B7-C3DE-8537E41F4B92}"/>
              </a:ext>
            </a:extLst>
          </p:cNvPr>
          <p:cNvSpPr txBox="1"/>
          <p:nvPr/>
        </p:nvSpPr>
        <p:spPr>
          <a:xfrm>
            <a:off x="4509370" y="6273225"/>
            <a:ext cx="1314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Heavy" panose="02000503020000020003" pitchFamily="2" charset="0"/>
              </a:rPr>
              <a:t>Point Conception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EC9AF5-B4CB-7200-42B5-97B118270FDC}"/>
              </a:ext>
            </a:extLst>
          </p:cNvPr>
          <p:cNvSpPr txBox="1"/>
          <p:nvPr/>
        </p:nvSpPr>
        <p:spPr>
          <a:xfrm rot="21303364">
            <a:off x="3708982" y="2241322"/>
            <a:ext cx="4632252" cy="338554"/>
          </a:xfrm>
          <a:prstGeom prst="rect">
            <a:avLst/>
          </a:prstGeom>
          <a:noFill/>
          <a:effectLst>
            <a:outerShdw blurRad="130492" dist="50800" dir="5400000" algn="ctr" rotWithShape="0">
              <a:srgbClr val="000000">
                <a:alpha val="53891"/>
              </a:srgbClr>
            </a:outerShdw>
          </a:effectLst>
          <a:scene3d>
            <a:camera prst="perspectiveHeroicExtremeRightFacing" fov="4800000">
              <a:rot lat="21000000" lon="210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effectLst>
                  <a:outerShdw blurRad="124177" dist="74041" dir="12120000" algn="bl" rotWithShape="0">
                    <a:prstClr val="black">
                      <a:alpha val="74713"/>
                    </a:prstClr>
                  </a:outerShdw>
                </a:effectLst>
                <a:latin typeface="Avenir Heavy" panose="02000503020000020003" pitchFamily="2" charset="0"/>
              </a:rPr>
              <a:t>S  a  n  t  a     Y  n  e  z     M  o  u  n  t  a  </a:t>
            </a:r>
            <a:r>
              <a:rPr lang="en-US" sz="1600" b="1" dirty="0" err="1">
                <a:solidFill>
                  <a:schemeClr val="bg1"/>
                </a:solidFill>
                <a:effectLst>
                  <a:outerShdw blurRad="124177" dist="74041" dir="12120000" algn="bl" rotWithShape="0">
                    <a:prstClr val="black">
                      <a:alpha val="74713"/>
                    </a:prstClr>
                  </a:outerShdw>
                </a:effectLst>
                <a:latin typeface="Avenir Heavy" panose="02000503020000020003" pitchFamily="2" charset="0"/>
              </a:rPr>
              <a:t>i</a:t>
            </a:r>
            <a:r>
              <a:rPr lang="en-US" sz="1600" b="1" dirty="0">
                <a:solidFill>
                  <a:schemeClr val="bg1"/>
                </a:solidFill>
                <a:effectLst>
                  <a:outerShdw blurRad="124177" dist="74041" dir="12120000" algn="bl" rotWithShape="0">
                    <a:prstClr val="black">
                      <a:alpha val="74713"/>
                    </a:prstClr>
                  </a:outerShdw>
                </a:effectLst>
                <a:latin typeface="Avenir Heavy" panose="02000503020000020003" pitchFamily="2" charset="0"/>
              </a:rPr>
              <a:t>  n  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568089C-2296-7EF8-54B2-0A593E4D4A81}"/>
              </a:ext>
            </a:extLst>
          </p:cNvPr>
          <p:cNvCxnSpPr/>
          <p:nvPr/>
        </p:nvCxnSpPr>
        <p:spPr>
          <a:xfrm flipV="1">
            <a:off x="5322771" y="6273225"/>
            <a:ext cx="375385" cy="192421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F886DDC-8D1A-D3EE-3C48-E2C5D4F84E25}"/>
              </a:ext>
            </a:extLst>
          </p:cNvPr>
          <p:cNvSpPr txBox="1"/>
          <p:nvPr/>
        </p:nvSpPr>
        <p:spPr>
          <a:xfrm rot="20981803">
            <a:off x="3526258" y="3119516"/>
            <a:ext cx="2814101" cy="307777"/>
          </a:xfrm>
          <a:prstGeom prst="rect">
            <a:avLst/>
          </a:prstGeom>
          <a:noFill/>
          <a:effectLst>
            <a:outerShdw blurRad="97246" dist="50800" dir="5400000" algn="ctr" rotWithShape="0">
              <a:srgbClr val="000000">
                <a:alpha val="69256"/>
              </a:srgbClr>
            </a:outerShdw>
          </a:effectLst>
          <a:scene3d>
            <a:camera prst="perspectiveHeroicExtremeRightFacing" fov="4800000">
              <a:rot lat="21594000" lon="210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rgbClr val="CCF7FF"/>
                </a:solidFill>
                <a:effectLst>
                  <a:outerShdw blurRad="124177" dist="74041" dir="12120000" algn="bl" rotWithShape="0">
                    <a:prstClr val="black">
                      <a:alpha val="74713"/>
                    </a:prstClr>
                  </a:outerShdw>
                </a:effectLst>
                <a:latin typeface="Avenir Heavy Oblique" panose="02000503020000020003" pitchFamily="2" charset="0"/>
              </a:rPr>
              <a:t>J a l a m a   C r e e 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50AD80-409A-DFA9-FE53-D10F2FCDA1D7}"/>
              </a:ext>
            </a:extLst>
          </p:cNvPr>
          <p:cNvSpPr txBox="1"/>
          <p:nvPr/>
        </p:nvSpPr>
        <p:spPr>
          <a:xfrm>
            <a:off x="8799475" y="3428999"/>
            <a:ext cx="2798944" cy="2108833"/>
          </a:xfrm>
          <a:prstGeom prst="rect">
            <a:avLst/>
          </a:prstGeom>
          <a:noFill/>
          <a:ln w="69850">
            <a:solidFill>
              <a:srgbClr val="CB896D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 descr="Looking up view of a group of trees&#10;&#10;AI-generated content may be incorrect.">
            <a:extLst>
              <a:ext uri="{FF2B5EF4-FFF2-40B4-BE49-F238E27FC236}">
                <a16:creationId xmlns:a16="http://schemas.microsoft.com/office/drawing/2014/main" id="{83ED0FF9-8B20-CD59-8969-7AF8D76DE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8223" y="3441811"/>
            <a:ext cx="2770196" cy="2077647"/>
          </a:xfrm>
          <a:prstGeom prst="rect">
            <a:avLst/>
          </a:prstGeom>
        </p:spPr>
      </p:pic>
      <p:pic>
        <p:nvPicPr>
          <p:cNvPr id="13" name="Picture 12" descr="A grassy field with trees and mountains in the background&#10;&#10;AI-generated content may be incorrect.">
            <a:extLst>
              <a:ext uri="{FF2B5EF4-FFF2-40B4-BE49-F238E27FC236}">
                <a16:creationId xmlns:a16="http://schemas.microsoft.com/office/drawing/2014/main" id="{984F6F56-9B19-BC50-E018-26240151B2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332" y="4497935"/>
            <a:ext cx="2724537" cy="20434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9A0F442-E61D-8DC8-093E-EA2A15195D0E}"/>
              </a:ext>
            </a:extLst>
          </p:cNvPr>
          <p:cNvSpPr txBox="1"/>
          <p:nvPr/>
        </p:nvSpPr>
        <p:spPr>
          <a:xfrm>
            <a:off x="663433" y="4460095"/>
            <a:ext cx="2798944" cy="2108833"/>
          </a:xfrm>
          <a:prstGeom prst="rect">
            <a:avLst/>
          </a:prstGeom>
          <a:noFill/>
          <a:ln w="76200">
            <a:solidFill>
              <a:srgbClr val="6394B3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4" name="Picture 23" descr="A green hills with trees and bushes&#10;&#10;AI-generated content may be incorrect.">
            <a:extLst>
              <a:ext uri="{FF2B5EF4-FFF2-40B4-BE49-F238E27FC236}">
                <a16:creationId xmlns:a16="http://schemas.microsoft.com/office/drawing/2014/main" id="{5D52F15A-A0AA-76CD-915A-D3666DFFEF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195" y="1927868"/>
            <a:ext cx="2513243" cy="18849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F7BCBB1-ECC8-5DD6-7B2B-47F039149778}"/>
              </a:ext>
            </a:extLst>
          </p:cNvPr>
          <p:cNvSpPr txBox="1"/>
          <p:nvPr/>
        </p:nvSpPr>
        <p:spPr>
          <a:xfrm>
            <a:off x="143959" y="1887090"/>
            <a:ext cx="2549480" cy="1966488"/>
          </a:xfrm>
          <a:prstGeom prst="rect">
            <a:avLst/>
          </a:prstGeom>
          <a:noFill/>
          <a:ln w="82550">
            <a:solidFill>
              <a:srgbClr val="B9CCB3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8D5BBED-A3FB-1E1B-4ED1-D0A44F74C1E9}"/>
              </a:ext>
            </a:extLst>
          </p:cNvPr>
          <p:cNvCxnSpPr>
            <a:cxnSpLocks/>
          </p:cNvCxnSpPr>
          <p:nvPr/>
        </p:nvCxnSpPr>
        <p:spPr>
          <a:xfrm>
            <a:off x="3927533" y="6214055"/>
            <a:ext cx="93322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3337B07-5813-34B0-DF58-413827722C16}"/>
              </a:ext>
            </a:extLst>
          </p:cNvPr>
          <p:cNvCxnSpPr>
            <a:cxnSpLocks/>
          </p:cNvCxnSpPr>
          <p:nvPr/>
        </p:nvCxnSpPr>
        <p:spPr>
          <a:xfrm flipV="1">
            <a:off x="3935743" y="6069865"/>
            <a:ext cx="0" cy="15240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32C8AFF-75B5-D06D-49D3-239D33F51EF1}"/>
              </a:ext>
            </a:extLst>
          </p:cNvPr>
          <p:cNvCxnSpPr>
            <a:cxnSpLocks/>
          </p:cNvCxnSpPr>
          <p:nvPr/>
        </p:nvCxnSpPr>
        <p:spPr>
          <a:xfrm flipV="1">
            <a:off x="4849121" y="6066393"/>
            <a:ext cx="0" cy="15240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3F393BD-3E2D-F12F-1CA6-67C763C90EE9}"/>
              </a:ext>
            </a:extLst>
          </p:cNvPr>
          <p:cNvCxnSpPr>
            <a:cxnSpLocks/>
          </p:cNvCxnSpPr>
          <p:nvPr/>
        </p:nvCxnSpPr>
        <p:spPr>
          <a:xfrm flipV="1">
            <a:off x="4385604" y="6061655"/>
            <a:ext cx="0" cy="15240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F006469-EFED-21E0-E381-BC562E33FFB8}"/>
              </a:ext>
            </a:extLst>
          </p:cNvPr>
          <p:cNvCxnSpPr>
            <a:cxnSpLocks/>
          </p:cNvCxnSpPr>
          <p:nvPr/>
        </p:nvCxnSpPr>
        <p:spPr>
          <a:xfrm flipV="1">
            <a:off x="4163716" y="6154613"/>
            <a:ext cx="0" cy="59442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4368A1E-703D-BDD6-4B42-99602670E0AC}"/>
              </a:ext>
            </a:extLst>
          </p:cNvPr>
          <p:cNvCxnSpPr>
            <a:cxnSpLocks/>
          </p:cNvCxnSpPr>
          <p:nvPr/>
        </p:nvCxnSpPr>
        <p:spPr>
          <a:xfrm flipV="1">
            <a:off x="4609859" y="6150663"/>
            <a:ext cx="0" cy="59442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604CE1C-DD68-53E3-E56C-84A66D272E65}"/>
              </a:ext>
            </a:extLst>
          </p:cNvPr>
          <p:cNvSpPr txBox="1"/>
          <p:nvPr/>
        </p:nvSpPr>
        <p:spPr>
          <a:xfrm>
            <a:off x="3809297" y="5858085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25000"/>
                  </a:schemeClr>
                </a:solidFill>
              </a:rPr>
              <a:t>0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B51E093-7407-FB70-A41B-F2EE735797E2}"/>
              </a:ext>
            </a:extLst>
          </p:cNvPr>
          <p:cNvSpPr txBox="1"/>
          <p:nvPr/>
        </p:nvSpPr>
        <p:spPr>
          <a:xfrm>
            <a:off x="4720796" y="5864713"/>
            <a:ext cx="4651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25000"/>
                  </a:schemeClr>
                </a:solidFill>
              </a:rPr>
              <a:t>1 km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891CD5A-2419-0E93-8446-9D95B8D3641B}"/>
              </a:ext>
            </a:extLst>
          </p:cNvPr>
          <p:cNvSpPr txBox="1"/>
          <p:nvPr/>
        </p:nvSpPr>
        <p:spPr>
          <a:xfrm>
            <a:off x="4209125" y="5855353"/>
            <a:ext cx="61490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2">
                    <a:lumMod val="25000"/>
                  </a:schemeClr>
                </a:solidFill>
              </a:rPr>
              <a:t>0.5</a:t>
            </a:r>
          </a:p>
        </p:txBody>
      </p:sp>
      <p:pic>
        <p:nvPicPr>
          <p:cNvPr id="59" name="Graphic 58" descr="Direction outline">
            <a:extLst>
              <a:ext uri="{FF2B5EF4-FFF2-40B4-BE49-F238E27FC236}">
                <a16:creationId xmlns:a16="http://schemas.microsoft.com/office/drawing/2014/main" id="{8696F640-0BAC-1FCE-DD92-2D247A2BDA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7416484">
            <a:off x="4139426" y="5393770"/>
            <a:ext cx="383104" cy="383104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F021F98B-B104-0AC4-70CF-6FA51D1B9D44}"/>
              </a:ext>
            </a:extLst>
          </p:cNvPr>
          <p:cNvSpPr txBox="1"/>
          <p:nvPr/>
        </p:nvSpPr>
        <p:spPr>
          <a:xfrm rot="20068475">
            <a:off x="4042252" y="5130697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</a:t>
            </a:r>
          </a:p>
        </p:txBody>
      </p:sp>
      <p:pic>
        <p:nvPicPr>
          <p:cNvPr id="2058" name="Picture 10">
            <a:extLst>
              <a:ext uri="{FF2B5EF4-FFF2-40B4-BE49-F238E27FC236}">
                <a16:creationId xmlns:a16="http://schemas.microsoft.com/office/drawing/2014/main" id="{94ABE852-1DE5-EFCA-D2AF-7CD6F6CD8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5524" y="47181"/>
            <a:ext cx="2120618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Oval 60">
            <a:extLst>
              <a:ext uri="{FF2B5EF4-FFF2-40B4-BE49-F238E27FC236}">
                <a16:creationId xmlns:a16="http://schemas.microsoft.com/office/drawing/2014/main" id="{A8D88945-36A4-22F6-B65A-E6049E3BD1D7}"/>
              </a:ext>
            </a:extLst>
          </p:cNvPr>
          <p:cNvSpPr>
            <a:spLocks noChangeAspect="1"/>
          </p:cNvSpPr>
          <p:nvPr/>
        </p:nvSpPr>
        <p:spPr>
          <a:xfrm>
            <a:off x="10803476" y="1951160"/>
            <a:ext cx="45460" cy="4572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7E077D9-0D0C-8398-9856-34A18F8CC75C}"/>
              </a:ext>
            </a:extLst>
          </p:cNvPr>
          <p:cNvSpPr txBox="1"/>
          <p:nvPr/>
        </p:nvSpPr>
        <p:spPr>
          <a:xfrm rot="2531346">
            <a:off x="10452489" y="1427474"/>
            <a:ext cx="1709186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California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AD6E1C5-C3F6-0F9E-6458-339FC723013B}"/>
              </a:ext>
            </a:extLst>
          </p:cNvPr>
          <p:cNvSpPr txBox="1"/>
          <p:nvPr/>
        </p:nvSpPr>
        <p:spPr>
          <a:xfrm>
            <a:off x="8055299" y="6395201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33%</a:t>
            </a:r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906DC899-E30A-97D9-D1A0-9718C283481F}"/>
              </a:ext>
            </a:extLst>
          </p:cNvPr>
          <p:cNvSpPr txBox="1"/>
          <p:nvPr/>
        </p:nvSpPr>
        <p:spPr>
          <a:xfrm>
            <a:off x="9500922" y="6395201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38%</a:t>
            </a:r>
          </a:p>
        </p:txBody>
      </p:sp>
      <p:sp>
        <p:nvSpPr>
          <p:cNvPr id="2049" name="TextBox 2048">
            <a:extLst>
              <a:ext uri="{FF2B5EF4-FFF2-40B4-BE49-F238E27FC236}">
                <a16:creationId xmlns:a16="http://schemas.microsoft.com/office/drawing/2014/main" id="{02F2C418-0CC4-4324-6B0D-CADA3E88C652}"/>
              </a:ext>
            </a:extLst>
          </p:cNvPr>
          <p:cNvSpPr txBox="1"/>
          <p:nvPr/>
        </p:nvSpPr>
        <p:spPr>
          <a:xfrm>
            <a:off x="10946544" y="6395201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29%</a:t>
            </a:r>
          </a:p>
        </p:txBody>
      </p:sp>
    </p:spTree>
    <p:extLst>
      <p:ext uri="{BB962C8B-B14F-4D97-AF65-F5344CB8AC3E}">
        <p14:creationId xmlns:p14="http://schemas.microsoft.com/office/powerpoint/2010/main" val="341435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4004</TotalTime>
  <Words>52</Words>
  <Application>Microsoft Macintosh PowerPoint</Application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Arial</vt:lpstr>
      <vt:lpstr>Avenir Heavy</vt:lpstr>
      <vt:lpstr>Avenir Heavy Oblique</vt:lpstr>
      <vt:lpstr>Avenir Medium</vt:lpstr>
      <vt:lpstr>Calibri</vt:lpstr>
      <vt:lpstr>Calibri Light</vt:lpstr>
      <vt:lpstr>Helvetica Neue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Schneider, Fabian D (329G)</dc:creator>
  <cp:lastModifiedBy>Renato Braghiere</cp:lastModifiedBy>
  <cp:revision>18</cp:revision>
  <dcterms:created xsi:type="dcterms:W3CDTF">2024-04-18T02:22:05Z</dcterms:created>
  <dcterms:modified xsi:type="dcterms:W3CDTF">2026-07-17T23:06:13Z</dcterms:modified>
</cp:coreProperties>
</file>